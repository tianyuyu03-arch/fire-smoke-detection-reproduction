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APConv / AEL-YOLO 组会汇报（图片版）</dc:title>
  <dc:subject>每页以整页图片呈现，保持与 PDF 版式一致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