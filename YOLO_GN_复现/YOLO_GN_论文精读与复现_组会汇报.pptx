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YOLO-GN+BIFPN 论文精读与复现结果</dc:title>
  <dc:subject>静态图片版，与 PDF 页面一致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